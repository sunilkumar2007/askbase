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Test_PPTX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524000">
                <a:tc>
                  <a:txBody>
                    <a:bodyPr/>
                    <a:lstStyle/>
                    <a:p>
                      <a:r>
                        <a:t>ColA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ColB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ValA1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ValB1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ValA2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
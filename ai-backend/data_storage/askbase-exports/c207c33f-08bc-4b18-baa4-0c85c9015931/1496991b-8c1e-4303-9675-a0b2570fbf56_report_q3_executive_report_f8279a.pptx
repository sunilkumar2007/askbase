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Executive Report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524000">
                <a:tc>
                  <a:txBody>
                    <a:bodyPr/>
                    <a:lstStyle/>
                    <a:p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Content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saw strong growth in revenue.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Financials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Gross margin reached 78%.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